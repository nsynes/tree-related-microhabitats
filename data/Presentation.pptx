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A47CC1-95D7-4A87-8528-D40226D46314}" v="33" dt="2026-01-26T07:50:46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ty Baird" userId="5cb4e94c-ecb6-4011-a2f0-9a3e5c07d0f0" providerId="ADAL" clId="{CA122537-5A49-4D1D-8129-955CD0BC5B03}"/>
    <pc:docChg chg="undo custSel modSld">
      <pc:chgData name="Katty Baird" userId="5cb4e94c-ecb6-4011-a2f0-9a3e5c07d0f0" providerId="ADAL" clId="{CA122537-5A49-4D1D-8129-955CD0BC5B03}" dt="2026-01-26T07:51:00.807" v="769" actId="14100"/>
      <pc:docMkLst>
        <pc:docMk/>
      </pc:docMkLst>
      <pc:sldChg chg="addSp delSp modSp mod">
        <pc:chgData name="Katty Baird" userId="5cb4e94c-ecb6-4011-a2f0-9a3e5c07d0f0" providerId="ADAL" clId="{CA122537-5A49-4D1D-8129-955CD0BC5B03}" dt="2026-01-26T07:51:00.807" v="769" actId="14100"/>
        <pc:sldMkLst>
          <pc:docMk/>
          <pc:sldMk cId="1752034571" sldId="256"/>
        </pc:sldMkLst>
        <pc:spChg chg="add mod">
          <ac:chgData name="Katty Baird" userId="5cb4e94c-ecb6-4011-a2f0-9a3e5c07d0f0" providerId="ADAL" clId="{CA122537-5A49-4D1D-8129-955CD0BC5B03}" dt="2026-01-23T09:01:22.907" v="230" actId="1076"/>
          <ac:spMkLst>
            <pc:docMk/>
            <pc:sldMk cId="1752034571" sldId="256"/>
            <ac:spMk id="2" creationId="{49065CA9-4630-776F-A2E9-26AE0A81615B}"/>
          </ac:spMkLst>
        </pc:spChg>
        <pc:spChg chg="add mod">
          <ac:chgData name="Katty Baird" userId="5cb4e94c-ecb6-4011-a2f0-9a3e5c07d0f0" providerId="ADAL" clId="{CA122537-5A49-4D1D-8129-955CD0BC5B03}" dt="2026-01-23T09:05:15.920" v="373" actId="1076"/>
          <ac:spMkLst>
            <pc:docMk/>
            <pc:sldMk cId="1752034571" sldId="256"/>
            <ac:spMk id="3" creationId="{5A6EAF97-2968-B761-C9F2-D9C056E27285}"/>
          </ac:spMkLst>
        </pc:spChg>
        <pc:spChg chg="mod">
          <ac:chgData name="Katty Baird" userId="5cb4e94c-ecb6-4011-a2f0-9a3e5c07d0f0" providerId="ADAL" clId="{CA122537-5A49-4D1D-8129-955CD0BC5B03}" dt="2026-01-23T09:05:14.736" v="372" actId="1076"/>
          <ac:spMkLst>
            <pc:docMk/>
            <pc:sldMk cId="1752034571" sldId="256"/>
            <ac:spMk id="4" creationId="{85931564-DB68-1018-A964-868EBC728CF0}"/>
          </ac:spMkLst>
        </pc:spChg>
        <pc:spChg chg="add mod">
          <ac:chgData name="Katty Baird" userId="5cb4e94c-ecb6-4011-a2f0-9a3e5c07d0f0" providerId="ADAL" clId="{CA122537-5A49-4D1D-8129-955CD0BC5B03}" dt="2026-01-23T10:11:40.374" v="720" actId="1076"/>
          <ac:spMkLst>
            <pc:docMk/>
            <pc:sldMk cId="1752034571" sldId="256"/>
            <ac:spMk id="5" creationId="{06279A71-9A0F-ACD3-C8EE-4F64D4D0F584}"/>
          </ac:spMkLst>
        </pc:spChg>
        <pc:spChg chg="mod">
          <ac:chgData name="Katty Baird" userId="5cb4e94c-ecb6-4011-a2f0-9a3e5c07d0f0" providerId="ADAL" clId="{CA122537-5A49-4D1D-8129-955CD0BC5B03}" dt="2026-01-23T08:31:20.573" v="0" actId="1076"/>
          <ac:spMkLst>
            <pc:docMk/>
            <pc:sldMk cId="1752034571" sldId="256"/>
            <ac:spMk id="6" creationId="{755FFFCB-9C7B-61E1-CBA0-15697602AA29}"/>
          </ac:spMkLst>
        </pc:spChg>
        <pc:spChg chg="mod">
          <ac:chgData name="Katty Baird" userId="5cb4e94c-ecb6-4011-a2f0-9a3e5c07d0f0" providerId="ADAL" clId="{CA122537-5A49-4D1D-8129-955CD0BC5B03}" dt="2026-01-23T10:01:19.965" v="665" actId="1076"/>
          <ac:spMkLst>
            <pc:docMk/>
            <pc:sldMk cId="1752034571" sldId="256"/>
            <ac:spMk id="11" creationId="{33810D9E-EA8C-C00C-294D-70323551E708}"/>
          </ac:spMkLst>
        </pc:spChg>
        <pc:spChg chg="mod">
          <ac:chgData name="Katty Baird" userId="5cb4e94c-ecb6-4011-a2f0-9a3e5c07d0f0" providerId="ADAL" clId="{CA122537-5A49-4D1D-8129-955CD0BC5B03}" dt="2026-01-23T10:13:22.207" v="752" actId="1076"/>
          <ac:spMkLst>
            <pc:docMk/>
            <pc:sldMk cId="1752034571" sldId="256"/>
            <ac:spMk id="12" creationId="{EB01F638-CFC2-DA9C-9A86-E4C1CCFE48C7}"/>
          </ac:spMkLst>
        </pc:spChg>
        <pc:spChg chg="mod">
          <ac:chgData name="Katty Baird" userId="5cb4e94c-ecb6-4011-a2f0-9a3e5c07d0f0" providerId="ADAL" clId="{CA122537-5A49-4D1D-8129-955CD0BC5B03}" dt="2026-01-23T10:13:12.115" v="749" actId="1076"/>
          <ac:spMkLst>
            <pc:docMk/>
            <pc:sldMk cId="1752034571" sldId="256"/>
            <ac:spMk id="13" creationId="{5202F053-A7A4-02FC-BEF5-2FE96C9F11E0}"/>
          </ac:spMkLst>
        </pc:spChg>
        <pc:spChg chg="mod">
          <ac:chgData name="Katty Baird" userId="5cb4e94c-ecb6-4011-a2f0-9a3e5c07d0f0" providerId="ADAL" clId="{CA122537-5A49-4D1D-8129-955CD0BC5B03}" dt="2026-01-23T10:13:16.554" v="751" actId="1076"/>
          <ac:spMkLst>
            <pc:docMk/>
            <pc:sldMk cId="1752034571" sldId="256"/>
            <ac:spMk id="14" creationId="{2CFB05C8-2569-2587-D7A6-39E700839752}"/>
          </ac:spMkLst>
        </pc:spChg>
        <pc:spChg chg="mod">
          <ac:chgData name="Katty Baird" userId="5cb4e94c-ecb6-4011-a2f0-9a3e5c07d0f0" providerId="ADAL" clId="{CA122537-5A49-4D1D-8129-955CD0BC5B03}" dt="2026-01-23T08:40:12.185" v="92" actId="1076"/>
          <ac:spMkLst>
            <pc:docMk/>
            <pc:sldMk cId="1752034571" sldId="256"/>
            <ac:spMk id="15" creationId="{B7D29658-9D6C-0281-5820-B5D386C8274E}"/>
          </ac:spMkLst>
        </pc:spChg>
        <pc:spChg chg="add mod ord">
          <ac:chgData name="Katty Baird" userId="5cb4e94c-ecb6-4011-a2f0-9a3e5c07d0f0" providerId="ADAL" clId="{CA122537-5A49-4D1D-8129-955CD0BC5B03}" dt="2026-01-26T07:50:28.510" v="761" actId="207"/>
          <ac:spMkLst>
            <pc:docMk/>
            <pc:sldMk cId="1752034571" sldId="256"/>
            <ac:spMk id="16" creationId="{8E6B612C-28B3-2507-2E7B-0D7E58C4D1E1}"/>
          </ac:spMkLst>
        </pc:spChg>
        <pc:spChg chg="mod">
          <ac:chgData name="Katty Baird" userId="5cb4e94c-ecb6-4011-a2f0-9a3e5c07d0f0" providerId="ADAL" clId="{CA122537-5A49-4D1D-8129-955CD0BC5B03}" dt="2026-01-23T10:11:40.374" v="720" actId="1076"/>
          <ac:spMkLst>
            <pc:docMk/>
            <pc:sldMk cId="1752034571" sldId="256"/>
            <ac:spMk id="17" creationId="{5228E42F-B191-D853-574E-A4BEA1395699}"/>
          </ac:spMkLst>
        </pc:spChg>
        <pc:spChg chg="mod">
          <ac:chgData name="Katty Baird" userId="5cb4e94c-ecb6-4011-a2f0-9a3e5c07d0f0" providerId="ADAL" clId="{CA122537-5A49-4D1D-8129-955CD0BC5B03}" dt="2026-01-23T10:11:40.374" v="720" actId="1076"/>
          <ac:spMkLst>
            <pc:docMk/>
            <pc:sldMk cId="1752034571" sldId="256"/>
            <ac:spMk id="18" creationId="{517826DE-C733-8A04-56CB-419389ED332B}"/>
          </ac:spMkLst>
        </pc:spChg>
        <pc:spChg chg="mod">
          <ac:chgData name="Katty Baird" userId="5cb4e94c-ecb6-4011-a2f0-9a3e5c07d0f0" providerId="ADAL" clId="{CA122537-5A49-4D1D-8129-955CD0BC5B03}" dt="2026-01-23T08:53:58.194" v="121" actId="1076"/>
          <ac:spMkLst>
            <pc:docMk/>
            <pc:sldMk cId="1752034571" sldId="256"/>
            <ac:spMk id="19" creationId="{99C3C748-37BE-0E94-4503-FFF610B6D3E6}"/>
          </ac:spMkLst>
        </pc:spChg>
        <pc:spChg chg="mod">
          <ac:chgData name="Katty Baird" userId="5cb4e94c-ecb6-4011-a2f0-9a3e5c07d0f0" providerId="ADAL" clId="{CA122537-5A49-4D1D-8129-955CD0BC5B03}" dt="2026-01-23T10:13:14.297" v="750" actId="1076"/>
          <ac:spMkLst>
            <pc:docMk/>
            <pc:sldMk cId="1752034571" sldId="256"/>
            <ac:spMk id="20" creationId="{8D0BED3E-4089-8787-523F-85835ED0FABC}"/>
          </ac:spMkLst>
        </pc:spChg>
        <pc:spChg chg="add mod">
          <ac:chgData name="Katty Baird" userId="5cb4e94c-ecb6-4011-a2f0-9a3e5c07d0f0" providerId="ADAL" clId="{CA122537-5A49-4D1D-8129-955CD0BC5B03}" dt="2026-01-26T07:51:00.807" v="769" actId="14100"/>
          <ac:spMkLst>
            <pc:docMk/>
            <pc:sldMk cId="1752034571" sldId="256"/>
            <ac:spMk id="21" creationId="{647B6B51-75F6-525A-C2AB-93B1BD5158B9}"/>
          </ac:spMkLst>
        </pc:spChg>
        <pc:spChg chg="mod">
          <ac:chgData name="Katty Baird" userId="5cb4e94c-ecb6-4011-a2f0-9a3e5c07d0f0" providerId="ADAL" clId="{CA122537-5A49-4D1D-8129-955CD0BC5B03}" dt="2026-01-23T08:56:21.257" v="178" actId="1076"/>
          <ac:spMkLst>
            <pc:docMk/>
            <pc:sldMk cId="1752034571" sldId="256"/>
            <ac:spMk id="22" creationId="{E0ADB661-BF8B-8E79-11C0-C9887D907904}"/>
          </ac:spMkLst>
        </pc:spChg>
        <pc:spChg chg="mod">
          <ac:chgData name="Katty Baird" userId="5cb4e94c-ecb6-4011-a2f0-9a3e5c07d0f0" providerId="ADAL" clId="{CA122537-5A49-4D1D-8129-955CD0BC5B03}" dt="2026-01-23T08:56:34.330" v="182" actId="1076"/>
          <ac:spMkLst>
            <pc:docMk/>
            <pc:sldMk cId="1752034571" sldId="256"/>
            <ac:spMk id="23" creationId="{499C9AFE-9116-0663-43E3-6516BBC24C8F}"/>
          </ac:spMkLst>
        </pc:spChg>
        <pc:spChg chg="mod">
          <ac:chgData name="Katty Baird" userId="5cb4e94c-ecb6-4011-a2f0-9a3e5c07d0f0" providerId="ADAL" clId="{CA122537-5A49-4D1D-8129-955CD0BC5B03}" dt="2026-01-23T08:55:58.066" v="172" actId="14100"/>
          <ac:spMkLst>
            <pc:docMk/>
            <pc:sldMk cId="1752034571" sldId="256"/>
            <ac:spMk id="24" creationId="{007F2CA4-5657-D875-8764-296213CE4300}"/>
          </ac:spMkLst>
        </pc:spChg>
        <pc:spChg chg="mod">
          <ac:chgData name="Katty Baird" userId="5cb4e94c-ecb6-4011-a2f0-9a3e5c07d0f0" providerId="ADAL" clId="{CA122537-5A49-4D1D-8129-955CD0BC5B03}" dt="2026-01-23T08:55:59.962" v="173" actId="1076"/>
          <ac:spMkLst>
            <pc:docMk/>
            <pc:sldMk cId="1752034571" sldId="256"/>
            <ac:spMk id="25" creationId="{C7CBCAED-5BF5-F95A-3578-4AB239FC5B02}"/>
          </ac:spMkLst>
        </pc:spChg>
        <pc:spChg chg="add mod">
          <ac:chgData name="Katty Baird" userId="5cb4e94c-ecb6-4011-a2f0-9a3e5c07d0f0" providerId="ADAL" clId="{CA122537-5A49-4D1D-8129-955CD0BC5B03}" dt="2026-01-23T10:11:40.374" v="720" actId="1076"/>
          <ac:spMkLst>
            <pc:docMk/>
            <pc:sldMk cId="1752034571" sldId="256"/>
            <ac:spMk id="26" creationId="{997EA7E5-D5F2-B1FA-4D37-4B926922E348}"/>
          </ac:spMkLst>
        </pc:spChg>
        <pc:spChg chg="add mod">
          <ac:chgData name="Katty Baird" userId="5cb4e94c-ecb6-4011-a2f0-9a3e5c07d0f0" providerId="ADAL" clId="{CA122537-5A49-4D1D-8129-955CD0BC5B03}" dt="2026-01-23T10:00:37.381" v="638" actId="1076"/>
          <ac:spMkLst>
            <pc:docMk/>
            <pc:sldMk cId="1752034571" sldId="256"/>
            <ac:spMk id="27" creationId="{E6351BF9-8937-C95E-7674-D68E9F8FE070}"/>
          </ac:spMkLst>
        </pc:spChg>
        <pc:spChg chg="mod">
          <ac:chgData name="Katty Baird" userId="5cb4e94c-ecb6-4011-a2f0-9a3e5c07d0f0" providerId="ADAL" clId="{CA122537-5A49-4D1D-8129-955CD0BC5B03}" dt="2026-01-23T08:32:51.967" v="31" actId="1076"/>
          <ac:spMkLst>
            <pc:docMk/>
            <pc:sldMk cId="1752034571" sldId="256"/>
            <ac:spMk id="28" creationId="{3AFED984-3F8B-600E-A7D7-0E35CD2A84B0}"/>
          </ac:spMkLst>
        </pc:spChg>
        <pc:spChg chg="mod">
          <ac:chgData name="Katty Baird" userId="5cb4e94c-ecb6-4011-a2f0-9a3e5c07d0f0" providerId="ADAL" clId="{CA122537-5A49-4D1D-8129-955CD0BC5B03}" dt="2026-01-23T08:52:12.518" v="106" actId="1076"/>
          <ac:spMkLst>
            <pc:docMk/>
            <pc:sldMk cId="1752034571" sldId="256"/>
            <ac:spMk id="30" creationId="{8DC95B8F-A5AA-273D-66BC-CBED4AF3544A}"/>
          </ac:spMkLst>
        </pc:spChg>
        <pc:spChg chg="mod">
          <ac:chgData name="Katty Baird" userId="5cb4e94c-ecb6-4011-a2f0-9a3e5c07d0f0" providerId="ADAL" clId="{CA122537-5A49-4D1D-8129-955CD0BC5B03}" dt="2026-01-23T08:52:15.855" v="107" actId="1076"/>
          <ac:spMkLst>
            <pc:docMk/>
            <pc:sldMk cId="1752034571" sldId="256"/>
            <ac:spMk id="31" creationId="{E58154AC-E041-362A-4185-DFB9FC6EAF2F}"/>
          </ac:spMkLst>
        </pc:spChg>
        <pc:spChg chg="mod">
          <ac:chgData name="Katty Baird" userId="5cb4e94c-ecb6-4011-a2f0-9a3e5c07d0f0" providerId="ADAL" clId="{CA122537-5A49-4D1D-8129-955CD0BC5B03}" dt="2026-01-23T10:11:40.374" v="720" actId="1076"/>
          <ac:spMkLst>
            <pc:docMk/>
            <pc:sldMk cId="1752034571" sldId="256"/>
            <ac:spMk id="32" creationId="{25AAD8DB-C9A0-6810-BF51-F9DFC64844E6}"/>
          </ac:spMkLst>
        </pc:spChg>
        <pc:spChg chg="mod">
          <ac:chgData name="Katty Baird" userId="5cb4e94c-ecb6-4011-a2f0-9a3e5c07d0f0" providerId="ADAL" clId="{CA122537-5A49-4D1D-8129-955CD0BC5B03}" dt="2026-01-23T10:01:44.931" v="669" actId="1076"/>
          <ac:spMkLst>
            <pc:docMk/>
            <pc:sldMk cId="1752034571" sldId="256"/>
            <ac:spMk id="33" creationId="{580C434B-6A4F-27EB-AE3C-83B896693F65}"/>
          </ac:spMkLst>
        </pc:spChg>
        <pc:spChg chg="mod">
          <ac:chgData name="Katty Baird" userId="5cb4e94c-ecb6-4011-a2f0-9a3e5c07d0f0" providerId="ADAL" clId="{CA122537-5A49-4D1D-8129-955CD0BC5B03}" dt="2026-01-23T08:58:31.507" v="202" actId="5793"/>
          <ac:spMkLst>
            <pc:docMk/>
            <pc:sldMk cId="1752034571" sldId="256"/>
            <ac:spMk id="34" creationId="{2ACED7C3-C185-C5DD-C595-587BAC45F373}"/>
          </ac:spMkLst>
        </pc:spChg>
        <pc:spChg chg="mod">
          <ac:chgData name="Katty Baird" userId="5cb4e94c-ecb6-4011-a2f0-9a3e5c07d0f0" providerId="ADAL" clId="{CA122537-5A49-4D1D-8129-955CD0BC5B03}" dt="2026-01-23T10:11:40.374" v="720" actId="1076"/>
          <ac:spMkLst>
            <pc:docMk/>
            <pc:sldMk cId="1752034571" sldId="256"/>
            <ac:spMk id="35" creationId="{A74B41E3-4D00-DF3B-D6FC-F3B8F20B75F5}"/>
          </ac:spMkLst>
        </pc:spChg>
        <pc:spChg chg="mod">
          <ac:chgData name="Katty Baird" userId="5cb4e94c-ecb6-4011-a2f0-9a3e5c07d0f0" providerId="ADAL" clId="{CA122537-5A49-4D1D-8129-955CD0BC5B03}" dt="2026-01-23T08:54:04.934" v="123" actId="1076"/>
          <ac:spMkLst>
            <pc:docMk/>
            <pc:sldMk cId="1752034571" sldId="256"/>
            <ac:spMk id="36" creationId="{E44261D4-7DE9-D3F8-BD7F-70EFEDC6AFC3}"/>
          </ac:spMkLst>
        </pc:spChg>
        <pc:spChg chg="mod">
          <ac:chgData name="Katty Baird" userId="5cb4e94c-ecb6-4011-a2f0-9a3e5c07d0f0" providerId="ADAL" clId="{CA122537-5A49-4D1D-8129-955CD0BC5B03}" dt="2026-01-23T10:13:09.346" v="748" actId="1076"/>
          <ac:spMkLst>
            <pc:docMk/>
            <pc:sldMk cId="1752034571" sldId="256"/>
            <ac:spMk id="37" creationId="{BD62B39E-0374-6BD5-BA85-AB54B17DCFF2}"/>
          </ac:spMkLst>
        </pc:spChg>
        <pc:spChg chg="mod">
          <ac:chgData name="Katty Baird" userId="5cb4e94c-ecb6-4011-a2f0-9a3e5c07d0f0" providerId="ADAL" clId="{CA122537-5A49-4D1D-8129-955CD0BC5B03}" dt="2026-01-23T10:11:40.374" v="720" actId="1076"/>
          <ac:spMkLst>
            <pc:docMk/>
            <pc:sldMk cId="1752034571" sldId="256"/>
            <ac:spMk id="40" creationId="{97D547DB-E850-67B4-6192-B9070F56A8F9}"/>
          </ac:spMkLst>
        </pc:spChg>
        <pc:spChg chg="add mod">
          <ac:chgData name="Katty Baird" userId="5cb4e94c-ecb6-4011-a2f0-9a3e5c07d0f0" providerId="ADAL" clId="{CA122537-5A49-4D1D-8129-955CD0BC5B03}" dt="2026-01-23T10:00:38.414" v="639" actId="1076"/>
          <ac:spMkLst>
            <pc:docMk/>
            <pc:sldMk cId="1752034571" sldId="256"/>
            <ac:spMk id="41" creationId="{E8CC8495-AC7B-76FA-04E0-F5F2063E8F82}"/>
          </ac:spMkLst>
        </pc:spChg>
        <pc:spChg chg="add mod">
          <ac:chgData name="Katty Baird" userId="5cb4e94c-ecb6-4011-a2f0-9a3e5c07d0f0" providerId="ADAL" clId="{CA122537-5A49-4D1D-8129-955CD0BC5B03}" dt="2026-01-23T08:58:26.294" v="196" actId="5793"/>
          <ac:spMkLst>
            <pc:docMk/>
            <pc:sldMk cId="1752034571" sldId="256"/>
            <ac:spMk id="42" creationId="{DDF80FAC-E422-5F16-1CF1-9E0DCBAA1EEC}"/>
          </ac:spMkLst>
        </pc:spChg>
        <pc:spChg chg="mod">
          <ac:chgData name="Katty Baird" userId="5cb4e94c-ecb6-4011-a2f0-9a3e5c07d0f0" providerId="ADAL" clId="{CA122537-5A49-4D1D-8129-955CD0BC5B03}" dt="2026-01-23T10:11:40.374" v="720" actId="1076"/>
          <ac:spMkLst>
            <pc:docMk/>
            <pc:sldMk cId="1752034571" sldId="256"/>
            <ac:spMk id="43" creationId="{5B1A5729-E21B-064C-5861-59619485DCD0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44" creationId="{AF365044-7080-8A82-9D70-6A42F8BAA458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45" creationId="{A82ABB1D-AF8A-B6EE-6B7E-F36DE15E65F9}"/>
          </ac:spMkLst>
        </pc:spChg>
        <pc:spChg chg="add mod">
          <ac:chgData name="Katty Baird" userId="5cb4e94c-ecb6-4011-a2f0-9a3e5c07d0f0" providerId="ADAL" clId="{CA122537-5A49-4D1D-8129-955CD0BC5B03}" dt="2026-01-23T10:01:30.136" v="667" actId="1076"/>
          <ac:spMkLst>
            <pc:docMk/>
            <pc:sldMk cId="1752034571" sldId="256"/>
            <ac:spMk id="46" creationId="{6A7E20AA-C5FC-E15C-84F1-39D4424E1F0E}"/>
          </ac:spMkLst>
        </pc:spChg>
        <pc:spChg chg="add mod">
          <ac:chgData name="Katty Baird" userId="5cb4e94c-ecb6-4011-a2f0-9a3e5c07d0f0" providerId="ADAL" clId="{CA122537-5A49-4D1D-8129-955CD0BC5B03}" dt="2026-01-23T10:01:30.136" v="667" actId="1076"/>
          <ac:spMkLst>
            <pc:docMk/>
            <pc:sldMk cId="1752034571" sldId="256"/>
            <ac:spMk id="47" creationId="{5263B36C-C26F-A690-7031-8358C9584CCB}"/>
          </ac:spMkLst>
        </pc:spChg>
        <pc:spChg chg="add mod">
          <ac:chgData name="Katty Baird" userId="5cb4e94c-ecb6-4011-a2f0-9a3e5c07d0f0" providerId="ADAL" clId="{CA122537-5A49-4D1D-8129-955CD0BC5B03}" dt="2026-01-23T10:10:49.732" v="689" actId="1076"/>
          <ac:spMkLst>
            <pc:docMk/>
            <pc:sldMk cId="1752034571" sldId="256"/>
            <ac:spMk id="48" creationId="{3A1118AD-E9FA-8F66-CE3A-B6CFFB2FAB30}"/>
          </ac:spMkLst>
        </pc:spChg>
        <pc:spChg chg="add mod">
          <ac:chgData name="Katty Baird" userId="5cb4e94c-ecb6-4011-a2f0-9a3e5c07d0f0" providerId="ADAL" clId="{CA122537-5A49-4D1D-8129-955CD0BC5B03}" dt="2026-01-23T10:01:30.136" v="667" actId="1076"/>
          <ac:spMkLst>
            <pc:docMk/>
            <pc:sldMk cId="1752034571" sldId="256"/>
            <ac:spMk id="50" creationId="{E27744EF-B84C-72CD-F1B8-A61EDA43EDC6}"/>
          </ac:spMkLst>
        </pc:spChg>
        <pc:spChg chg="add mod">
          <ac:chgData name="Katty Baird" userId="5cb4e94c-ecb6-4011-a2f0-9a3e5c07d0f0" providerId="ADAL" clId="{CA122537-5A49-4D1D-8129-955CD0BC5B03}" dt="2026-01-23T10:01:30.136" v="667" actId="1076"/>
          <ac:spMkLst>
            <pc:docMk/>
            <pc:sldMk cId="1752034571" sldId="256"/>
            <ac:spMk id="51" creationId="{17C1BB8D-16BD-7A70-61F1-7389FAF60469}"/>
          </ac:spMkLst>
        </pc:spChg>
        <pc:spChg chg="add mod">
          <ac:chgData name="Katty Baird" userId="5cb4e94c-ecb6-4011-a2f0-9a3e5c07d0f0" providerId="ADAL" clId="{CA122537-5A49-4D1D-8129-955CD0BC5B03}" dt="2026-01-23T10:01:30.136" v="667" actId="1076"/>
          <ac:spMkLst>
            <pc:docMk/>
            <pc:sldMk cId="1752034571" sldId="256"/>
            <ac:spMk id="52" creationId="{7732B930-E863-FB3D-A4C2-6C036E3D94C5}"/>
          </ac:spMkLst>
        </pc:spChg>
        <pc:spChg chg="add mod">
          <ac:chgData name="Katty Baird" userId="5cb4e94c-ecb6-4011-a2f0-9a3e5c07d0f0" providerId="ADAL" clId="{CA122537-5A49-4D1D-8129-955CD0BC5B03}" dt="2026-01-23T09:56:43.373" v="514" actId="1076"/>
          <ac:spMkLst>
            <pc:docMk/>
            <pc:sldMk cId="1752034571" sldId="256"/>
            <ac:spMk id="53" creationId="{3CFF5166-DFAC-7D4E-0A86-DDCEE94B7C04}"/>
          </ac:spMkLst>
        </pc:spChg>
        <pc:spChg chg="add mod">
          <ac:chgData name="Katty Baird" userId="5cb4e94c-ecb6-4011-a2f0-9a3e5c07d0f0" providerId="ADAL" clId="{CA122537-5A49-4D1D-8129-955CD0BC5B03}" dt="2026-01-23T10:02:15.405" v="687" actId="1076"/>
          <ac:spMkLst>
            <pc:docMk/>
            <pc:sldMk cId="1752034571" sldId="256"/>
            <ac:spMk id="54" creationId="{0AE8B431-CD27-4609-9A4C-BBFD3FB22E3C}"/>
          </ac:spMkLst>
        </pc:spChg>
        <pc:spChg chg="add mod">
          <ac:chgData name="Katty Baird" userId="5cb4e94c-ecb6-4011-a2f0-9a3e5c07d0f0" providerId="ADAL" clId="{CA122537-5A49-4D1D-8129-955CD0BC5B03}" dt="2026-01-23T10:02:13.204" v="686" actId="1076"/>
          <ac:spMkLst>
            <pc:docMk/>
            <pc:sldMk cId="1752034571" sldId="256"/>
            <ac:spMk id="55" creationId="{D82E52A4-8CD1-D79D-73D2-DC6CDE908508}"/>
          </ac:spMkLst>
        </pc:spChg>
        <pc:spChg chg="add mod ord">
          <ac:chgData name="Katty Baird" userId="5cb4e94c-ecb6-4011-a2f0-9a3e5c07d0f0" providerId="ADAL" clId="{CA122537-5A49-4D1D-8129-955CD0BC5B03}" dt="2026-01-23T10:11:23.468" v="719" actId="1076"/>
          <ac:spMkLst>
            <pc:docMk/>
            <pc:sldMk cId="1752034571" sldId="256"/>
            <ac:spMk id="56" creationId="{F390164A-BB94-9881-86E3-5F45DA98FB4A}"/>
          </ac:spMkLst>
        </pc:spChg>
        <pc:spChg chg="add mod ord">
          <ac:chgData name="Katty Baird" userId="5cb4e94c-ecb6-4011-a2f0-9a3e5c07d0f0" providerId="ADAL" clId="{CA122537-5A49-4D1D-8129-955CD0BC5B03}" dt="2026-01-23T10:02:08.932" v="684" actId="1076"/>
          <ac:spMkLst>
            <pc:docMk/>
            <pc:sldMk cId="1752034571" sldId="256"/>
            <ac:spMk id="57" creationId="{FAAAAD7F-69A7-2186-07DA-79F857837F5E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58" creationId="{5AA3321D-0194-1D60-3456-A263FAC1CC4A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59" creationId="{1543FDF0-2CF4-C215-5CE4-C79C6661CAB9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60" creationId="{5C0EE516-A43E-82A5-B075-135545B4D4F1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61" creationId="{0CE695B6-0B49-1466-183E-88F28FE71E9A}"/>
          </ac:spMkLst>
        </pc:spChg>
        <pc:spChg chg="add mod">
          <ac:chgData name="Katty Baird" userId="5cb4e94c-ecb6-4011-a2f0-9a3e5c07d0f0" providerId="ADAL" clId="{CA122537-5A49-4D1D-8129-955CD0BC5B03}" dt="2026-01-23T10:11:19.969" v="718" actId="1076"/>
          <ac:spMkLst>
            <pc:docMk/>
            <pc:sldMk cId="1752034571" sldId="256"/>
            <ac:spMk id="62" creationId="{925FC00D-CE71-4B1B-8593-3BF31C6A5812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63" creationId="{C6683CEB-8BD8-D352-FC58-2863E3C7EF9F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64" creationId="{94357581-FCF2-9727-ECE3-51360CC664E3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65" creationId="{DB41E0A5-826C-0E90-882A-57036F4DB893}"/>
          </ac:spMkLst>
        </pc:spChg>
        <pc:spChg chg="add mod">
          <ac:chgData name="Katty Baird" userId="5cb4e94c-ecb6-4011-a2f0-9a3e5c07d0f0" providerId="ADAL" clId="{CA122537-5A49-4D1D-8129-955CD0BC5B03}" dt="2026-01-23T10:00:13.840" v="633" actId="1076"/>
          <ac:spMkLst>
            <pc:docMk/>
            <pc:sldMk cId="1752034571" sldId="256"/>
            <ac:spMk id="66" creationId="{681C66B2-0F63-056D-FC58-3C7BD8BC8DF9}"/>
          </ac:spMkLst>
        </pc:spChg>
        <pc:spChg chg="add mod">
          <ac:chgData name="Katty Baird" userId="5cb4e94c-ecb6-4011-a2f0-9a3e5c07d0f0" providerId="ADAL" clId="{CA122537-5A49-4D1D-8129-955CD0BC5B03}" dt="2026-01-26T07:49:41.326" v="753" actId="1076"/>
          <ac:spMkLst>
            <pc:docMk/>
            <pc:sldMk cId="1752034571" sldId="256"/>
            <ac:spMk id="67" creationId="{2BE77B1E-9B5B-4E9B-BAF0-3D7C6772CDD7}"/>
          </ac:spMkLst>
        </pc:spChg>
        <pc:spChg chg="add mod">
          <ac:chgData name="Katty Baird" userId="5cb4e94c-ecb6-4011-a2f0-9a3e5c07d0f0" providerId="ADAL" clId="{CA122537-5A49-4D1D-8129-955CD0BC5B03}" dt="2026-01-23T10:01:33.107" v="668" actId="14100"/>
          <ac:spMkLst>
            <pc:docMk/>
            <pc:sldMk cId="1752034571" sldId="256"/>
            <ac:spMk id="68" creationId="{823488E7-6853-1BB7-E776-96528789E12F}"/>
          </ac:spMkLst>
        </pc:spChg>
        <pc:spChg chg="add mod">
          <ac:chgData name="Katty Baird" userId="5cb4e94c-ecb6-4011-a2f0-9a3e5c07d0f0" providerId="ADAL" clId="{CA122537-5A49-4D1D-8129-955CD0BC5B03}" dt="2026-01-23T10:02:06.521" v="683" actId="1076"/>
          <ac:spMkLst>
            <pc:docMk/>
            <pc:sldMk cId="1752034571" sldId="256"/>
            <ac:spMk id="69" creationId="{443835F4-84B6-2B3A-DB9B-21C2592A133B}"/>
          </ac:spMkLst>
        </pc:spChg>
        <pc:spChg chg="add mod">
          <ac:chgData name="Katty Baird" userId="5cb4e94c-ecb6-4011-a2f0-9a3e5c07d0f0" providerId="ADAL" clId="{CA122537-5A49-4D1D-8129-955CD0BC5B03}" dt="2026-01-23T10:11:18.597" v="717" actId="1076"/>
          <ac:spMkLst>
            <pc:docMk/>
            <pc:sldMk cId="1752034571" sldId="256"/>
            <ac:spMk id="70" creationId="{1E3EF865-7900-70DB-916C-ABC51841527C}"/>
          </ac:spMkLst>
        </pc:spChg>
        <pc:spChg chg="add mod">
          <ac:chgData name="Katty Baird" userId="5cb4e94c-ecb6-4011-a2f0-9a3e5c07d0f0" providerId="ADAL" clId="{CA122537-5A49-4D1D-8129-955CD0BC5B03}" dt="2026-01-23T10:12:34.882" v="739" actId="1076"/>
          <ac:spMkLst>
            <pc:docMk/>
            <pc:sldMk cId="1752034571" sldId="256"/>
            <ac:spMk id="71" creationId="{DACCDE87-2303-2AED-C73E-26AEFDCCF5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C1F5B-445A-4391-BE17-3E4F166B1DA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79C64-08B8-4121-BFE1-EB9F86579C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09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79C64-08B8-4121-BFE1-EB9F86579CB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862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2418-74A1-AA99-4F02-80F67610A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B8AE5-4AE7-780A-AAB6-E0C7B47B5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30960-123B-D64B-519B-959AF3C3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236FC-9C05-99B7-2830-438EB069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47002-E053-14CE-66A0-601A8F48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02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FAD8-574B-785B-4C09-91109720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45DBE-6FF8-346E-C839-1A00ED38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63E12-591F-33F2-BC99-A68372D4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C6D9F-F423-B75F-302E-0A58EAF1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DF3B9-AF10-6574-4A75-2AA0B47F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78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1F9D-53FB-ED2D-2B50-B60960A9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0C886-4B11-B77C-1FA0-22A261D31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B3128-DCA7-B5B5-4E77-A8CAC0A0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98218-39BD-05A6-9FA7-3926439F1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6C2B4-CDC7-01F0-F9C2-A30115B1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44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1134-0506-FCFF-AA5F-2037FA69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E1C66-66E0-C466-3CE4-DD6073BCD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87998-6524-A053-0DE2-38CFF52E6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91B22-6A96-DB28-0104-3061E65F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BFBB8-00EE-865C-20BE-9ED5BD9DF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34331-3BE8-9C97-ED9A-E6D0C31C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84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F6837-5A19-61C4-2863-576DC5287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D426B-DF4E-4A7D-0828-7D4829E1C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5F8A8-5A8A-9774-5C4C-65C77DEFE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4ED85-B17C-79D4-44A1-CEFEC03CA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3CA05-4E15-0223-D561-A3875E2C1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3FB5DB-7394-29AA-0597-6B6541A0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8A78E-5A84-EE1D-7938-61239057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88EC0-2A4F-1BB5-949B-6CD4256F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52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CB68-653C-9AA5-1429-6577CBAA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C8D86B-9147-981D-2A13-F4E7F959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5EA74-F6A6-D875-4D09-D3BDF2BA1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24012-2832-4DC9-BA2E-A88D325E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97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B0C05F-D99B-4CA6-51F6-B06188F4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119DE-B675-7D0F-9E8E-DF22DDB7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CB05F-8ABB-D36B-EE0A-01ED4AEF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9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F9F6-A8E3-F30E-8F13-D0C6AB5B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9ED28-0CA9-9E00-1FCE-B5CD877D2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07599-6CD7-4B21-B71A-03962AA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77214-24C8-832A-B006-6DE13363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20C3B-57E6-C7FD-A836-ED76DBC82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A4FF2-D239-A866-7426-52B71D06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021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693E-444E-9764-D9DE-12B0CE5F0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2FA2E-7A5F-9D20-77FC-258131CC3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19FE8-0BA5-2C72-8DEF-328F21C6D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D9A26-3E3B-8FF5-0E75-0869F15F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3EE46-F01A-87B3-AF86-E106243A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7E398-76E1-8BB5-65D7-5B4865878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98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5D51-C130-0A1D-CEC9-B4F22DB21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9C69E-AB60-0E4B-FC28-6C8E7B03E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ADB2E-6A05-0CD8-02BA-787C1FEE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DEC4E-3342-3463-571B-93BB707A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7C4-0BA3-56BE-6DD7-8D89A65C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12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A6290-9493-9F79-BB48-3A794930C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A648B-E762-158A-912E-2A39DCE10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75748-80FD-CA5E-13BE-DAA85DCB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F9F7A-6A8E-DA40-FE9D-71B9D398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FC98-985F-8E23-9C5B-CFBD5813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6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2FE9A3-E8AD-138C-AE55-59B0C88E0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48217-2076-9E5E-F1E3-CF7B38BA8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EEAC-CD53-82E6-D209-1E14BD9B8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FFB69-3AF7-4DC2-BC58-BA08486A5AC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7EC7B-F8F7-16BA-6E77-25D048979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374CA-D5EE-9AD9-0E44-A7107858E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060D0-32CA-4447-964D-7425056CE6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03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val 56">
            <a:extLst>
              <a:ext uri="{FF2B5EF4-FFF2-40B4-BE49-F238E27FC236}">
                <a16:creationId xmlns:a16="http://schemas.microsoft.com/office/drawing/2014/main" id="{FAAAAD7F-69A7-2186-07DA-79F857837F5E}"/>
              </a:ext>
            </a:extLst>
          </p:cNvPr>
          <p:cNvSpPr/>
          <p:nvPr/>
        </p:nvSpPr>
        <p:spPr>
          <a:xfrm>
            <a:off x="4840" y="5024126"/>
            <a:ext cx="1502386" cy="18338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390164A-BB94-9881-86E3-5F45DA98FB4A}"/>
              </a:ext>
            </a:extLst>
          </p:cNvPr>
          <p:cNvSpPr/>
          <p:nvPr/>
        </p:nvSpPr>
        <p:spPr>
          <a:xfrm>
            <a:off x="5460" y="198532"/>
            <a:ext cx="1428409" cy="46829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31564-DB68-1018-A964-868EBC728CF0}"/>
              </a:ext>
            </a:extLst>
          </p:cNvPr>
          <p:cNvSpPr txBox="1"/>
          <p:nvPr/>
        </p:nvSpPr>
        <p:spPr>
          <a:xfrm>
            <a:off x="2340480" y="889140"/>
            <a:ext cx="819152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Cavity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FFFCB-9C7B-61E1-CBA0-15697602AA29}"/>
              </a:ext>
            </a:extLst>
          </p:cNvPr>
          <p:cNvSpPr txBox="1"/>
          <p:nvPr/>
        </p:nvSpPr>
        <p:spPr>
          <a:xfrm>
            <a:off x="2360722" y="5880714"/>
            <a:ext cx="13335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dirty="0" err="1"/>
              <a:t>Excresence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A5D44-44AD-131F-FE33-D8AD97B1252C}"/>
              </a:ext>
            </a:extLst>
          </p:cNvPr>
          <p:cNvSpPr txBox="1"/>
          <p:nvPr/>
        </p:nvSpPr>
        <p:spPr>
          <a:xfrm>
            <a:off x="2360722" y="1646764"/>
            <a:ext cx="13335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Injury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8E3B5-4FF8-D18A-F9FE-FFB3AB116223}"/>
              </a:ext>
            </a:extLst>
          </p:cNvPr>
          <p:cNvSpPr txBox="1"/>
          <p:nvPr/>
        </p:nvSpPr>
        <p:spPr>
          <a:xfrm>
            <a:off x="2360722" y="2463786"/>
            <a:ext cx="13335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Crown deadwood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4DD78-1E6E-B7C9-0CD9-431E8993534B}"/>
              </a:ext>
            </a:extLst>
          </p:cNvPr>
          <p:cNvSpPr txBox="1"/>
          <p:nvPr/>
        </p:nvSpPr>
        <p:spPr>
          <a:xfrm>
            <a:off x="2360722" y="3278843"/>
            <a:ext cx="13335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Fungal fruiting body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45F40-E860-5620-140D-555D6727C03E}"/>
              </a:ext>
            </a:extLst>
          </p:cNvPr>
          <p:cNvSpPr txBox="1"/>
          <p:nvPr/>
        </p:nvSpPr>
        <p:spPr>
          <a:xfrm>
            <a:off x="2360722" y="4147761"/>
            <a:ext cx="133350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Fresh exudate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810D9E-EA8C-C00C-294D-70323551E708}"/>
              </a:ext>
            </a:extLst>
          </p:cNvPr>
          <p:cNvSpPr txBox="1"/>
          <p:nvPr/>
        </p:nvSpPr>
        <p:spPr>
          <a:xfrm>
            <a:off x="2389210" y="5201800"/>
            <a:ext cx="13335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Epiphyte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1F638-CFC2-DA9C-9A86-E4C1CCFE48C7}"/>
              </a:ext>
            </a:extLst>
          </p:cNvPr>
          <p:cNvSpPr txBox="1"/>
          <p:nvPr/>
        </p:nvSpPr>
        <p:spPr>
          <a:xfrm>
            <a:off x="5789700" y="557121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Insect boring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2F053-A7A4-02FC-BEF5-2FE96C9F11E0}"/>
              </a:ext>
            </a:extLst>
          </p:cNvPr>
          <p:cNvSpPr txBox="1"/>
          <p:nvPr/>
        </p:nvSpPr>
        <p:spPr>
          <a:xfrm>
            <a:off x="5418910" y="1228557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Hollow trunk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05C8-2569-2587-D7A6-39E700839752}"/>
              </a:ext>
            </a:extLst>
          </p:cNvPr>
          <p:cNvSpPr txBox="1"/>
          <p:nvPr/>
        </p:nvSpPr>
        <p:spPr>
          <a:xfrm>
            <a:off x="8202347" y="815137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 err="1"/>
              <a:t>Dendrotelm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29658-9D6C-0281-5820-B5D386C8274E}"/>
              </a:ext>
            </a:extLst>
          </p:cNvPr>
          <p:cNvSpPr txBox="1"/>
          <p:nvPr/>
        </p:nvSpPr>
        <p:spPr>
          <a:xfrm>
            <a:off x="4299057" y="567649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Concavity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8E42F-B191-D853-574E-A4BEA1395699}"/>
              </a:ext>
            </a:extLst>
          </p:cNvPr>
          <p:cNvSpPr txBox="1"/>
          <p:nvPr/>
        </p:nvSpPr>
        <p:spPr>
          <a:xfrm>
            <a:off x="4156184" y="4147761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sap run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826DE-C733-8A04-56CB-419389ED332B}"/>
              </a:ext>
            </a:extLst>
          </p:cNvPr>
          <p:cNvSpPr txBox="1"/>
          <p:nvPr/>
        </p:nvSpPr>
        <p:spPr>
          <a:xfrm>
            <a:off x="4156184" y="4854491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Lichen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C3C748-37BE-0E94-4503-FFF610B6D3E6}"/>
              </a:ext>
            </a:extLst>
          </p:cNvPr>
          <p:cNvSpPr txBox="1"/>
          <p:nvPr/>
        </p:nvSpPr>
        <p:spPr>
          <a:xfrm>
            <a:off x="4116895" y="5813967"/>
            <a:ext cx="16002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Witches Broom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0BED3E-4089-8787-523F-85835ED0FABC}"/>
              </a:ext>
            </a:extLst>
          </p:cNvPr>
          <p:cNvSpPr txBox="1"/>
          <p:nvPr/>
        </p:nvSpPr>
        <p:spPr>
          <a:xfrm>
            <a:off x="6896681" y="1232048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Hollow branch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DB661-BF8B-8E79-11C0-C9887D907904}"/>
              </a:ext>
            </a:extLst>
          </p:cNvPr>
          <p:cNvSpPr txBox="1"/>
          <p:nvPr/>
        </p:nvSpPr>
        <p:spPr>
          <a:xfrm>
            <a:off x="5570646" y="5201800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Ivy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9C9AFE-9116-0663-43E3-6516BBC24C8F}"/>
              </a:ext>
            </a:extLst>
          </p:cNvPr>
          <p:cNvSpPr txBox="1"/>
          <p:nvPr/>
        </p:nvSpPr>
        <p:spPr>
          <a:xfrm>
            <a:off x="4146656" y="5194610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Moss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7F2CA4-5657-D875-8764-296213CE4300}"/>
              </a:ext>
            </a:extLst>
          </p:cNvPr>
          <p:cNvSpPr txBox="1"/>
          <p:nvPr/>
        </p:nvSpPr>
        <p:spPr>
          <a:xfrm>
            <a:off x="4156184" y="3313926"/>
            <a:ext cx="1547809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Perennial bracket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CBCAED-5BF5-F95A-3578-4AB239FC5B02}"/>
              </a:ext>
            </a:extLst>
          </p:cNvPr>
          <p:cNvSpPr txBox="1"/>
          <p:nvPr/>
        </p:nvSpPr>
        <p:spPr>
          <a:xfrm>
            <a:off x="5742097" y="3309984"/>
            <a:ext cx="2371732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Ephemeral polypore/ agaric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FED984-3F8B-600E-A7D7-0E35CD2A84B0}"/>
              </a:ext>
            </a:extLst>
          </p:cNvPr>
          <p:cNvSpPr txBox="1"/>
          <p:nvPr/>
        </p:nvSpPr>
        <p:spPr>
          <a:xfrm>
            <a:off x="4051411" y="1661060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Broken branch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C95B8F-A5AA-273D-66BC-CBED4AF3544A}"/>
              </a:ext>
            </a:extLst>
          </p:cNvPr>
          <p:cNvSpPr txBox="1"/>
          <p:nvPr/>
        </p:nvSpPr>
        <p:spPr>
          <a:xfrm>
            <a:off x="5675411" y="1906090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Fire damage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8154AC-E041-362A-4185-DFB9FC6EAF2F}"/>
              </a:ext>
            </a:extLst>
          </p:cNvPr>
          <p:cNvSpPr txBox="1"/>
          <p:nvPr/>
        </p:nvSpPr>
        <p:spPr>
          <a:xfrm>
            <a:off x="7389896" y="1725896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Loose bark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AAD8DB-C9A0-6810-BF51-F9DFC64844E6}"/>
              </a:ext>
            </a:extLst>
          </p:cNvPr>
          <p:cNvSpPr txBox="1"/>
          <p:nvPr/>
        </p:nvSpPr>
        <p:spPr>
          <a:xfrm>
            <a:off x="4094273" y="2013218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crevice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0C434B-6A4F-27EB-AE3C-83B896693F65}"/>
              </a:ext>
            </a:extLst>
          </p:cNvPr>
          <p:cNvSpPr txBox="1"/>
          <p:nvPr/>
        </p:nvSpPr>
        <p:spPr>
          <a:xfrm>
            <a:off x="8532894" y="4873141"/>
            <a:ext cx="133350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Crown </a:t>
            </a:r>
            <a:r>
              <a:rPr lang="en-GB" sz="1400" dirty="0" err="1"/>
              <a:t>microsoils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CED7C3-C185-C5DD-C595-587BAC45F373}"/>
              </a:ext>
            </a:extLst>
          </p:cNvPr>
          <p:cNvSpPr txBox="1"/>
          <p:nvPr/>
        </p:nvSpPr>
        <p:spPr>
          <a:xfrm>
            <a:off x="7127957" y="4826974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Bird nests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4B41E3-4D00-DF3B-D6FC-F3B8F20B75F5}"/>
              </a:ext>
            </a:extLst>
          </p:cNvPr>
          <p:cNvSpPr txBox="1"/>
          <p:nvPr/>
        </p:nvSpPr>
        <p:spPr>
          <a:xfrm>
            <a:off x="4126421" y="6205480"/>
            <a:ext cx="1800225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Epicormic shoots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4261D4-7DE9-D3F8-BD7F-70EFEDC6AFC3}"/>
              </a:ext>
            </a:extLst>
          </p:cNvPr>
          <p:cNvSpPr txBox="1"/>
          <p:nvPr/>
        </p:nvSpPr>
        <p:spPr>
          <a:xfrm>
            <a:off x="6180244" y="5813967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Burr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62B39E-0374-6BD5-BA85-AB54B17DCFF2}"/>
              </a:ext>
            </a:extLst>
          </p:cNvPr>
          <p:cNvSpPr txBox="1"/>
          <p:nvPr/>
        </p:nvSpPr>
        <p:spPr>
          <a:xfrm>
            <a:off x="4403006" y="1075826"/>
            <a:ext cx="919516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Rot hole cavity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647931-7C8C-7568-38FF-917D8ED4D969}"/>
              </a:ext>
            </a:extLst>
          </p:cNvPr>
          <p:cNvSpPr txBox="1"/>
          <p:nvPr/>
        </p:nvSpPr>
        <p:spPr>
          <a:xfrm>
            <a:off x="5561121" y="2567391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Dead bough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B1CC33-AE30-186C-970B-D55E8EB908BA}"/>
              </a:ext>
            </a:extLst>
          </p:cNvPr>
          <p:cNvSpPr txBox="1"/>
          <p:nvPr/>
        </p:nvSpPr>
        <p:spPr>
          <a:xfrm>
            <a:off x="4094274" y="2433710"/>
            <a:ext cx="133350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Dead branches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D547DB-E850-67B4-6192-B9070F56A8F9}"/>
              </a:ext>
            </a:extLst>
          </p:cNvPr>
          <p:cNvSpPr txBox="1"/>
          <p:nvPr/>
        </p:nvSpPr>
        <p:spPr>
          <a:xfrm>
            <a:off x="7389896" y="2125933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Bark loss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1A5729-E21B-064C-5861-59619485DCD0}"/>
              </a:ext>
            </a:extLst>
          </p:cNvPr>
          <p:cNvSpPr txBox="1"/>
          <p:nvPr/>
        </p:nvSpPr>
        <p:spPr>
          <a:xfrm>
            <a:off x="5561121" y="4854140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mistletoe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65CA9-4630-776F-A2E9-26AE0A81615B}"/>
              </a:ext>
            </a:extLst>
          </p:cNvPr>
          <p:cNvSpPr txBox="1"/>
          <p:nvPr/>
        </p:nvSpPr>
        <p:spPr>
          <a:xfrm>
            <a:off x="5721818" y="4135308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resin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EAF97-2968-B761-C9F2-D9C056E27285}"/>
              </a:ext>
            </a:extLst>
          </p:cNvPr>
          <p:cNvSpPr txBox="1"/>
          <p:nvPr/>
        </p:nvSpPr>
        <p:spPr>
          <a:xfrm>
            <a:off x="3237016" y="1133275"/>
            <a:ext cx="796531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Rot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79A71-9A0F-ACD3-C8EE-4F64D4D0F584}"/>
              </a:ext>
            </a:extLst>
          </p:cNvPr>
          <p:cNvSpPr txBox="1"/>
          <p:nvPr/>
        </p:nvSpPr>
        <p:spPr>
          <a:xfrm>
            <a:off x="3222136" y="673690"/>
            <a:ext cx="819152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No rot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7EA7E5-D5F2-B1FA-4D37-4B926922E348}"/>
              </a:ext>
            </a:extLst>
          </p:cNvPr>
          <p:cNvSpPr txBox="1"/>
          <p:nvPr/>
        </p:nvSpPr>
        <p:spPr>
          <a:xfrm>
            <a:off x="6180244" y="6213821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Canker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351BF9-8937-C95E-7674-D68E9F8FE070}"/>
              </a:ext>
            </a:extLst>
          </p:cNvPr>
          <p:cNvSpPr txBox="1"/>
          <p:nvPr/>
        </p:nvSpPr>
        <p:spPr>
          <a:xfrm>
            <a:off x="7942320" y="3375938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 err="1"/>
              <a:t>pyrenomycete</a:t>
            </a:r>
            <a:endParaRPr lang="en-GB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CC8495-AC7B-76FA-04E0-F5F2063E8F82}"/>
              </a:ext>
            </a:extLst>
          </p:cNvPr>
          <p:cNvSpPr txBox="1"/>
          <p:nvPr/>
        </p:nvSpPr>
        <p:spPr>
          <a:xfrm>
            <a:off x="9275820" y="3347720"/>
            <a:ext cx="1190651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Slime mould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F80FAC-E422-5F16-1CF1-9E0DCBAA1EEC}"/>
              </a:ext>
            </a:extLst>
          </p:cNvPr>
          <p:cNvSpPr txBox="1"/>
          <p:nvPr/>
        </p:nvSpPr>
        <p:spPr>
          <a:xfrm>
            <a:off x="7123200" y="5212620"/>
            <a:ext cx="13335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Insect nests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365044-7080-8A82-9D70-6A42F8BAA458}"/>
              </a:ext>
            </a:extLst>
          </p:cNvPr>
          <p:cNvSpPr txBox="1"/>
          <p:nvPr/>
        </p:nvSpPr>
        <p:spPr>
          <a:xfrm>
            <a:off x="11031987" y="1096465"/>
            <a:ext cx="81915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dark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2ABB1D-AF8A-B6EE-6B7E-F36DE15E65F9}"/>
              </a:ext>
            </a:extLst>
          </p:cNvPr>
          <p:cNvSpPr txBox="1"/>
          <p:nvPr/>
        </p:nvSpPr>
        <p:spPr>
          <a:xfrm>
            <a:off x="10935543" y="1941067"/>
            <a:ext cx="1143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humidity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7E20AA-C5FC-E15C-84F1-39D4424E1F0E}"/>
              </a:ext>
            </a:extLst>
          </p:cNvPr>
          <p:cNvSpPr txBox="1"/>
          <p:nvPr/>
        </p:nvSpPr>
        <p:spPr>
          <a:xfrm>
            <a:off x="175995" y="673690"/>
            <a:ext cx="114300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Nectar source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63B36C-C26F-A690-7031-8358C9584CCB}"/>
              </a:ext>
            </a:extLst>
          </p:cNvPr>
          <p:cNvSpPr txBox="1"/>
          <p:nvPr/>
        </p:nvSpPr>
        <p:spPr>
          <a:xfrm>
            <a:off x="198889" y="1424901"/>
            <a:ext cx="1143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location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1118AD-E9FA-8F66-CE3A-B6CFFB2FAB30}"/>
              </a:ext>
            </a:extLst>
          </p:cNvPr>
          <p:cNvSpPr txBox="1"/>
          <p:nvPr/>
        </p:nvSpPr>
        <p:spPr>
          <a:xfrm>
            <a:off x="361246" y="3829117"/>
            <a:ext cx="67627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sun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7744EF-B84C-72CD-F1B8-A61EDA43EDC6}"/>
              </a:ext>
            </a:extLst>
          </p:cNvPr>
          <p:cNvSpPr txBox="1"/>
          <p:nvPr/>
        </p:nvSpPr>
        <p:spPr>
          <a:xfrm>
            <a:off x="175995" y="1899113"/>
            <a:ext cx="1143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Tree age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C1BB8D-16BD-7A70-61F1-7389FAF60469}"/>
              </a:ext>
            </a:extLst>
          </p:cNvPr>
          <p:cNvSpPr txBox="1"/>
          <p:nvPr/>
        </p:nvSpPr>
        <p:spPr>
          <a:xfrm>
            <a:off x="127884" y="2409228"/>
            <a:ext cx="11430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Tree species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32B930-E863-FB3D-A4C2-6C036E3D94C5}"/>
              </a:ext>
            </a:extLst>
          </p:cNvPr>
          <p:cNvSpPr txBox="1"/>
          <p:nvPr/>
        </p:nvSpPr>
        <p:spPr>
          <a:xfrm>
            <a:off x="167750" y="3142934"/>
            <a:ext cx="11430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Tree density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FF5166-DFAC-7D4E-0A86-DDCEE94B7C04}"/>
              </a:ext>
            </a:extLst>
          </p:cNvPr>
          <p:cNvSpPr txBox="1"/>
          <p:nvPr/>
        </p:nvSpPr>
        <p:spPr>
          <a:xfrm>
            <a:off x="223538" y="6274844"/>
            <a:ext cx="1143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foraging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E8B431-CD27-4609-9A4C-BBFD3FB22E3C}"/>
              </a:ext>
            </a:extLst>
          </p:cNvPr>
          <p:cNvSpPr txBox="1"/>
          <p:nvPr/>
        </p:nvSpPr>
        <p:spPr>
          <a:xfrm>
            <a:off x="237830" y="5436968"/>
            <a:ext cx="1143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breeding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2E52A4-8CD1-D79D-73D2-DC6CDE908508}"/>
              </a:ext>
            </a:extLst>
          </p:cNvPr>
          <p:cNvSpPr txBox="1"/>
          <p:nvPr/>
        </p:nvSpPr>
        <p:spPr>
          <a:xfrm>
            <a:off x="199103" y="5857386"/>
            <a:ext cx="114300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shelter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A3321D-0194-1D60-3456-A263FAC1CC4A}"/>
              </a:ext>
            </a:extLst>
          </p:cNvPr>
          <p:cNvSpPr txBox="1"/>
          <p:nvPr/>
        </p:nvSpPr>
        <p:spPr>
          <a:xfrm>
            <a:off x="10935543" y="2393207"/>
            <a:ext cx="1143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water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43FDF0-2CF4-C215-5CE4-C79C6661CAB9}"/>
              </a:ext>
            </a:extLst>
          </p:cNvPr>
          <p:cNvSpPr txBox="1"/>
          <p:nvPr/>
        </p:nvSpPr>
        <p:spPr>
          <a:xfrm>
            <a:off x="10935543" y="2824343"/>
            <a:ext cx="1143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buffering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0EE516-A43E-82A5-B075-135545B4D4F1}"/>
              </a:ext>
            </a:extLst>
          </p:cNvPr>
          <p:cNvSpPr txBox="1"/>
          <p:nvPr/>
        </p:nvSpPr>
        <p:spPr>
          <a:xfrm>
            <a:off x="10935543" y="4427587"/>
            <a:ext cx="114300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Invert prey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E695B6-0B49-1466-183E-88F28FE71E9A}"/>
              </a:ext>
            </a:extLst>
          </p:cNvPr>
          <p:cNvSpPr txBox="1"/>
          <p:nvPr/>
        </p:nvSpPr>
        <p:spPr>
          <a:xfrm>
            <a:off x="10935543" y="3286360"/>
            <a:ext cx="114300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Wood decay+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5FC00D-CE71-4B1B-8593-3BF31C6A5812}"/>
              </a:ext>
            </a:extLst>
          </p:cNvPr>
          <p:cNvSpPr txBox="1"/>
          <p:nvPr/>
        </p:nvSpPr>
        <p:spPr>
          <a:xfrm>
            <a:off x="184533" y="4189526"/>
            <a:ext cx="1143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humidity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683CEB-8BD8-D352-FC58-2863E3C7EF9F}"/>
              </a:ext>
            </a:extLst>
          </p:cNvPr>
          <p:cNvSpPr txBox="1"/>
          <p:nvPr/>
        </p:nvSpPr>
        <p:spPr>
          <a:xfrm>
            <a:off x="10935543" y="3985067"/>
            <a:ext cx="1143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fungi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357581-FCF2-9727-ECE3-51360CC664E3}"/>
              </a:ext>
            </a:extLst>
          </p:cNvPr>
          <p:cNvSpPr txBox="1"/>
          <p:nvPr/>
        </p:nvSpPr>
        <p:spPr>
          <a:xfrm>
            <a:off x="10935543" y="5166783"/>
            <a:ext cx="114300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Large space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41E0A5-826C-0E90-882A-57036F4DB893}"/>
              </a:ext>
            </a:extLst>
          </p:cNvPr>
          <p:cNvSpPr txBox="1"/>
          <p:nvPr/>
        </p:nvSpPr>
        <p:spPr>
          <a:xfrm>
            <a:off x="10935543" y="5884415"/>
            <a:ext cx="114300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Small space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1C66B2-0F63-056D-FC58-3C7BD8BC8DF9}"/>
              </a:ext>
            </a:extLst>
          </p:cNvPr>
          <p:cNvSpPr txBox="1"/>
          <p:nvPr/>
        </p:nvSpPr>
        <p:spPr>
          <a:xfrm>
            <a:off x="11023308" y="1532863"/>
            <a:ext cx="81915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dry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E77B1E-9B5B-4E9B-BAF0-3D7C6772CDD7}"/>
              </a:ext>
            </a:extLst>
          </p:cNvPr>
          <p:cNvSpPr txBox="1"/>
          <p:nvPr/>
        </p:nvSpPr>
        <p:spPr>
          <a:xfrm>
            <a:off x="10545083" y="291001"/>
            <a:ext cx="2008032" cy="6463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Conditions provided by </a:t>
            </a:r>
            <a:r>
              <a:rPr lang="en-GB" dirty="0" err="1"/>
              <a:t>TreM</a:t>
            </a:r>
            <a:endParaRPr lang="en-GB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3488E7-6853-1BB7-E776-96528789E12F}"/>
              </a:ext>
            </a:extLst>
          </p:cNvPr>
          <p:cNvSpPr txBox="1"/>
          <p:nvPr/>
        </p:nvSpPr>
        <p:spPr>
          <a:xfrm>
            <a:off x="-23338" y="-19853"/>
            <a:ext cx="2008032" cy="646331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Other requirements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43835F4-84B6-2B3A-DB9B-21C2592A133B}"/>
              </a:ext>
            </a:extLst>
          </p:cNvPr>
          <p:cNvSpPr txBox="1"/>
          <p:nvPr/>
        </p:nvSpPr>
        <p:spPr>
          <a:xfrm>
            <a:off x="129062" y="4998068"/>
            <a:ext cx="1312614" cy="369332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Life stage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3EF865-7900-70DB-916C-ABC51841527C}"/>
              </a:ext>
            </a:extLst>
          </p:cNvPr>
          <p:cNvSpPr txBox="1"/>
          <p:nvPr/>
        </p:nvSpPr>
        <p:spPr>
          <a:xfrm>
            <a:off x="141026" y="4549935"/>
            <a:ext cx="127600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/>
              <a:t>Cover/enclosed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B612C-28B3-2507-2E7B-0D7E58C4D1E1}"/>
              </a:ext>
            </a:extLst>
          </p:cNvPr>
          <p:cNvSpPr/>
          <p:nvPr/>
        </p:nvSpPr>
        <p:spPr>
          <a:xfrm>
            <a:off x="10545083" y="0"/>
            <a:ext cx="1901415" cy="6858000"/>
          </a:xfrm>
          <a:prstGeom prst="rect">
            <a:avLst/>
          </a:prstGeom>
          <a:solidFill>
            <a:schemeClr val="accent1">
              <a:alpha val="3882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CCDE87-2303-2AED-C73E-26AEFDCCF528}"/>
              </a:ext>
            </a:extLst>
          </p:cNvPr>
          <p:cNvSpPr txBox="1"/>
          <p:nvPr/>
        </p:nvSpPr>
        <p:spPr>
          <a:xfrm>
            <a:off x="2302512" y="127662"/>
            <a:ext cx="1608706" cy="369332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TreM</a:t>
            </a:r>
            <a:r>
              <a:rPr lang="en-GB" dirty="0"/>
              <a:t> category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7B6B51-75F6-525A-C2AB-93B1BD5158B9}"/>
              </a:ext>
            </a:extLst>
          </p:cNvPr>
          <p:cNvSpPr txBox="1"/>
          <p:nvPr/>
        </p:nvSpPr>
        <p:spPr>
          <a:xfrm>
            <a:off x="5619444" y="102930"/>
            <a:ext cx="2550412" cy="369332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TreM</a:t>
            </a:r>
            <a:r>
              <a:rPr lang="en-GB" dirty="0"/>
              <a:t> sub category</a:t>
            </a:r>
          </a:p>
        </p:txBody>
      </p:sp>
    </p:spTree>
    <p:extLst>
      <p:ext uri="{BB962C8B-B14F-4D97-AF65-F5344CB8AC3E}">
        <p14:creationId xmlns:p14="http://schemas.microsoft.com/office/powerpoint/2010/main" val="1752034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112</Words>
  <Application>Microsoft Office PowerPoint</Application>
  <PresentationFormat>Widescreen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Forest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Katty Baird</dc:creator>
  <cp:lastModifiedBy>Katty Baird</cp:lastModifiedBy>
  <cp:revision>1</cp:revision>
  <dcterms:created xsi:type="dcterms:W3CDTF">2026-01-21T13:40:17Z</dcterms:created>
  <dcterms:modified xsi:type="dcterms:W3CDTF">2026-01-26T07:51:06Z</dcterms:modified>
</cp:coreProperties>
</file>